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Constructors: Books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Demonstration of Default and Parameterized Constructors</a:t>
            </a:r>
            <a:br/>
            <a:r>
              <a:t>Using a Book class in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Create a books class</a:t>
            </a:r>
            <a:br/>
            <a:r>
              <a:t>• Use a default constructor</a:t>
            </a:r>
            <a:br/>
            <a:r>
              <a:t>• Use a parameterized constructor</a:t>
            </a:r>
            <a:br/>
            <a:r>
              <a:t>• Create objects using both constructors</a:t>
            </a:r>
            <a:br/>
            <a:r>
              <a:t>• Display book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Data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books class contains four data members:</a:t>
            </a:r>
            <a:br/>
            <a:br/>
            <a:r>
              <a:t>• title — stores the book title</a:t>
            </a:r>
            <a:br/>
            <a:r>
              <a:t>• author — stores the author's name</a:t>
            </a:r>
            <a:br/>
            <a:r>
              <a:t>• price — stores the book price</a:t>
            </a:r>
            <a:br/>
            <a:r>
              <a:t>• pages — stores the number of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default constructor is:</a:t>
            </a:r>
            <a:br/>
            <a:br/>
            <a:r>
              <a:t>books()</a:t>
            </a:r>
            <a:br/>
            <a:r>
              <a:t>{</a:t>
            </a:r>
            <a:br/>
            <a:r>
              <a:t>    title = "Unknown";</a:t>
            </a:r>
            <a:br/>
            <a:r>
              <a:t>    author = "Unknown";</a:t>
            </a:r>
            <a:br/>
            <a:r>
              <a:t>    price = 0;</a:t>
            </a:r>
            <a:br/>
            <a:r>
              <a:t>    pages = 0;</a:t>
            </a:r>
            <a:br/>
            <a:r>
              <a:t>}</a:t>
            </a:r>
            <a:br/>
            <a:br/>
            <a:r>
              <a:t>It automatically assigns default values when b1 is created.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Parameterized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parameterized constructor is:</a:t>
            </a:r>
            <a:br/>
            <a:br/>
            <a:r>
              <a:t>books(string t, string a, int p, int pg)</a:t>
            </a:r>
            <a:br/>
            <a:br/>
            <a:r>
              <a:t>It receives values as arguments and assigns them to the object's data members.</a:t>
            </a:r>
            <a:br/>
            <a:br/>
            <a:r>
              <a:t>Example: b2 stores the details of "Wings of Fire".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Book 1:</a:t>
            </a:r>
            <a:br/>
            <a:r>
              <a:t>books b1;</a:t>
            </a:r>
            <a:br/>
            <a:r>
              <a:t>→ Uses the default constructor.</a:t>
            </a:r>
            <a:br/>
            <a:br/>
            <a:r>
              <a:t>Book 2:</a:t>
            </a:r>
            <a:br/>
            <a:r>
              <a:t>books b2("Wings of Fire", "A.P.J. Abdul Kalam", 500, 300);</a:t>
            </a:r>
            <a:br/>
            <a:r>
              <a:t>→ Uses the parameterized constructor.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display() prints:</a:t>
            </a:r>
            <a:br/>
            <a:br/>
            <a:r>
              <a:t>• Title</a:t>
            </a:r>
            <a:br/>
            <a:r>
              <a:t>• Author</a:t>
            </a:r>
            <a:br/>
            <a:r>
              <a:t>• Price</a:t>
            </a:r>
            <a:br/>
            <a:r>
              <a:t>• Number of pages</a:t>
            </a:r>
            <a:br/>
            <a:br/>
            <a:r>
              <a:t>The same function is called for both objects: b1.display() and b2.display().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C++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900">
                <a:latin typeface="Consolas"/>
              </a:defRPr>
            </a:pPr>
            <a:r>
              <a:t>#include &lt;iostream&gt;</a:t>
            </a:r>
            <a:br/>
            <a:r>
              <a:t>using namespace std;</a:t>
            </a:r>
            <a:br/>
            <a:br/>
            <a:r>
              <a:t>class books</a:t>
            </a:r>
            <a:br/>
            <a:r>
              <a:t>{</a:t>
            </a:r>
            <a:br/>
            <a:r>
              <a:t>public:</a:t>
            </a:r>
            <a:br/>
            <a:r>
              <a:t>    string title;</a:t>
            </a:r>
            <a:br/>
            <a:r>
              <a:t>    string author;</a:t>
            </a:r>
            <a:br/>
            <a:r>
              <a:t>    int price;</a:t>
            </a:r>
            <a:br/>
            <a:r>
              <a:t>    int pages;</a:t>
            </a:r>
            <a:br/>
            <a:br/>
            <a:r>
              <a:t>    books()</a:t>
            </a:r>
            <a:br/>
            <a:r>
              <a:t>    {</a:t>
            </a:r>
            <a:br/>
            <a:r>
              <a:t>        title = "Unknown";</a:t>
            </a:r>
            <a:br/>
            <a:r>
              <a:t>        author = "Unknown";</a:t>
            </a:r>
            <a:br/>
            <a:r>
              <a:t>        price = 0;</a:t>
            </a:r>
            <a:br/>
            <a:r>
              <a:t>        pages = 0;</a:t>
            </a:r>
            <a:br/>
            <a:r>
              <a:t>    }</a:t>
            </a:r>
            <a:br/>
            <a:br/>
            <a:r>
              <a:t>    books(string t, string a, int p, int pg)</a:t>
            </a:r>
            <a:br/>
            <a:r>
              <a:t>    {</a:t>
            </a:r>
            <a:br/>
            <a:r>
              <a:t>        title = t;</a:t>
            </a:r>
            <a:br/>
            <a:r>
              <a:t>        author = a;</a:t>
            </a:r>
            <a:br/>
            <a:r>
              <a:t>        price = p;</a:t>
            </a:r>
            <a:br/>
            <a:r>
              <a:t>        pages = pg;</a:t>
            </a:r>
            <a:br/>
            <a:r>
              <a:t>    }</a:t>
            </a:r>
            <a:br/>
            <a:br/>
            <a:r>
              <a:t>    void display()</a:t>
            </a:r>
            <a:br/>
            <a:r>
              <a:t>    {</a:t>
            </a:r>
            <a:br/>
            <a:r>
              <a:t>        cout &lt;&lt; "Title : " &lt;&lt; title &lt;&lt; endl;</a:t>
            </a:r>
            <a:br/>
            <a:r>
              <a:t>        cout &lt;&lt; "Author : " &lt;&lt; author &lt;&lt; endl;</a:t>
            </a:r>
            <a:br/>
            <a:r>
              <a:t>        cout &lt;&lt; "Price : " &lt;&lt; price &lt;&lt; endl;</a:t>
            </a:r>
            <a:br/>
            <a:r>
              <a:t>        cout &lt;&lt; "Pages : " &lt;&lt; pages &lt;&lt; endl;</a:t>
            </a:r>
            <a:br/>
            <a:r>
              <a:t>        cout &lt;&lt; "-----------------------" &lt;&lt; endl;</a:t>
            </a:r>
            <a:br/>
            <a:r>
              <a:t>    }</a:t>
            </a:r>
            <a:br/>
            <a:r>
              <a:t>};</a:t>
            </a:r>
            <a:br/>
            <a:br/>
            <a:r>
              <a:t>int main()</a:t>
            </a:r>
            <a:br/>
            <a:r>
              <a:t>{</a:t>
            </a:r>
            <a:br/>
            <a:r>
              <a:t>    books b1;</a:t>
            </a:r>
            <a:br/>
            <a:r>
              <a:t>    books b2("Wings of Fire", "A.P.J. Abdul Kalam", 500, 300);</a:t>
            </a:r>
            <a:br/>
            <a:br/>
            <a:r>
              <a:t>    cout &lt;&lt; "Book 1 (Default Constructor):" &lt;&lt; endl;</a:t>
            </a:r>
            <a:br/>
            <a:r>
              <a:t>    b1.display();</a:t>
            </a:r>
            <a:br/>
            <a:br/>
            <a:r>
              <a:t>    cout &lt;&lt; "Book 2 (Parameterized Constructor):" &lt;&lt; endl;</a:t>
            </a:r>
            <a:br/>
            <a:r>
              <a:t>    b2.display();</a:t>
            </a:r>
            <a:br/>
            <a:br/>
            <a:r>
              <a:t>    return 0;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/>
            </a:pPr>
            <a:r>
              <a:t>Book 1 (Default Constructor):</a:t>
            </a:r>
            <a:br/>
            <a:r>
              <a:t>Title : Unknown</a:t>
            </a:r>
            <a:br/>
            <a:r>
              <a:t>Author : Unknown</a:t>
            </a:r>
            <a:br/>
            <a:r>
              <a:t>Price : 0</a:t>
            </a:r>
            <a:br/>
            <a:r>
              <a:t>Pages : 0</a:t>
            </a:r>
            <a:br/>
            <a:r>
              <a:t>-----------------------</a:t>
            </a:r>
            <a:br/>
            <a:br/>
            <a:r>
              <a:t>Book 2 (Parameterized Constructor):</a:t>
            </a:r>
            <a:br/>
            <a:r>
              <a:t>Title : Wings of Fire</a:t>
            </a:r>
            <a:br/>
            <a:r>
              <a:t>Author : A.P.J. Abdul Kalam</a:t>
            </a:r>
            <a:br/>
            <a:r>
              <a:t>Price : 500</a:t>
            </a:r>
            <a:br/>
            <a:r>
              <a:t>Pages : 300</a:t>
            </a:r>
            <a:br/>
            <a:r>
              <a:t>-----------------------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Class and Objects</a:t>
            </a:r>
            <a:br/>
            <a:r>
              <a:t>• Constructors</a:t>
            </a:r>
            <a:br/>
            <a:r>
              <a:t>• Default Constructor</a:t>
            </a:r>
            <a:br/>
            <a:r>
              <a:t>• Parameterized Constructor</a:t>
            </a:r>
            <a:br/>
            <a:r>
              <a:t>• Member Function</a:t>
            </a:r>
            <a:br/>
            <a:r>
              <a:t>• Data Members</a:t>
            </a:r>
            <a:br/>
            <a:r>
              <a:t>• Object initialization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program demonstrates how constructors initialize objects in C++.</a:t>
            </a:r>
            <a:br/>
            <a:br/>
            <a:r>
              <a:t>The default constructor provides predefined values, while the parameterized constructor initializes an object with values supplied by the programmer.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