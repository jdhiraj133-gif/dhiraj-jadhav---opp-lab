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Employee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Employee Details Management Program</a:t>
            </a:r>
            <a:br/>
            <a:r>
              <a:t>Using Class, Object, Data Members and Member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Create a class named employee</a:t>
            </a:r>
            <a:br/>
            <a:r>
              <a:t>• Store employee details</a:t>
            </a:r>
            <a:br/>
            <a:r>
              <a:t>• Create an employee object e1</a:t>
            </a:r>
            <a:br/>
            <a:r>
              <a:t>• Assign ID, name and department</a:t>
            </a:r>
            <a:br/>
            <a:r>
              <a:t>• Display the employee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Class: employee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class contains three public data members:</a:t>
            </a:r>
            <a:br/>
            <a:br/>
            <a:r>
              <a:t>• ID — stores employee ID</a:t>
            </a:r>
            <a:br/>
            <a:r>
              <a:t>• employeename — stores employee name</a:t>
            </a:r>
            <a:br/>
            <a:r>
              <a:t>• departmentname — stores department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Function: display()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display() function prints the employee details using cout.</a:t>
            </a:r>
            <a:br/>
            <a:br/>
            <a:r>
              <a:t>It displays:</a:t>
            </a:r>
            <a:br/>
            <a:r>
              <a:t>• Employee ID</a:t>
            </a:r>
            <a:br/>
            <a:r>
              <a:t>• Employee Name</a:t>
            </a:r>
            <a:br/>
            <a:r>
              <a:t>• Department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&amp;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Object created:</a:t>
            </a:r>
            <a:br/>
            <a:r>
              <a:t>employee e1;</a:t>
            </a:r>
            <a:br/>
            <a:br/>
            <a:r>
              <a:t>Values assigned:</a:t>
            </a:r>
            <a:br/>
            <a:r>
              <a:t>• ID = 123456</a:t>
            </a:r>
            <a:br/>
            <a:r>
              <a:t>• Employee Name = Kanan_Gupta</a:t>
            </a:r>
            <a:br/>
            <a:r>
              <a:t>• Department = SOAI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000">
                <a:latin typeface="Consolas"/>
              </a:defRPr>
            </a:pPr>
            <a:r>
              <a:t>#include&lt;iostream&gt;</a:t>
            </a:r>
            <a:br/>
            <a:r>
              <a:t>using namespace std;</a:t>
            </a:r>
            <a:br/>
            <a:br/>
            <a:r>
              <a:t>class employee</a:t>
            </a:r>
            <a:br/>
            <a:r>
              <a:t>{</a:t>
            </a:r>
            <a:br/>
            <a:r>
              <a:t>public:</a:t>
            </a:r>
            <a:br/>
            <a:r>
              <a:t>    int ID;</a:t>
            </a:r>
            <a:br/>
            <a:r>
              <a:t>    string employeename;</a:t>
            </a:r>
            <a:br/>
            <a:r>
              <a:t>    string departmentname;</a:t>
            </a:r>
            <a:br/>
            <a:br/>
            <a:r>
              <a:t>    void display()</a:t>
            </a:r>
            <a:br/>
            <a:r>
              <a:t>    {</a:t>
            </a:r>
            <a:br/>
            <a:r>
              <a:t>        cout&lt;&lt;"------Employe Details------"&lt;&lt;endl;</a:t>
            </a:r>
            <a:br/>
            <a:r>
              <a:t>        cout&lt;&lt;"ID:"&lt;&lt;ID&lt;&lt;endl;</a:t>
            </a:r>
            <a:br/>
            <a:r>
              <a:t>        cout&lt;&lt;"employeename"&lt;&lt;employeename&lt;&lt;endl;</a:t>
            </a:r>
            <a:br/>
            <a:r>
              <a:t>        cout&lt;&lt;"departmentname:"&lt;&lt;departmentname&lt;&lt;endl;</a:t>
            </a:r>
            <a:br/>
            <a:r>
              <a:t>    }</a:t>
            </a:r>
            <a:br/>
            <a:r>
              <a:t>};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employee e1;</a:t>
            </a:r>
            <a:br/>
            <a:r>
              <a:t>    e1.ID=123456;</a:t>
            </a:r>
            <a:br/>
            <a:r>
              <a:t>    e1.employeename="Kanan_Gupta";</a:t>
            </a:r>
            <a:br/>
            <a:r>
              <a:t>    e1.departmentname="SOAI";</a:t>
            </a:r>
            <a:br/>
            <a:r>
              <a:t>    e1.display();</a:t>
            </a:r>
            <a:br/>
            <a:r>
              <a:t> 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------Employe Details------</a:t>
            </a:r>
            <a:br/>
            <a:r>
              <a:t>ID:123456</a:t>
            </a:r>
            <a:br/>
            <a:r>
              <a:t>employeenameKanan_Gupta</a:t>
            </a:r>
            <a:br/>
            <a:r>
              <a:t>departmentname:SOAI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Class — employee</a:t>
            </a:r>
            <a:br/>
            <a:r>
              <a:t>• Object — e1</a:t>
            </a:r>
            <a:br/>
            <a:r>
              <a:t>• Data members — ID, employeename, departmentname</a:t>
            </a:r>
            <a:br/>
            <a:r>
              <a:t>• Member function — display()</a:t>
            </a:r>
            <a:br/>
            <a:r>
              <a:t>• Encapsulation — data and function are grouped inside the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program demonstrates how a C++ class can store and display employee information using an object.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