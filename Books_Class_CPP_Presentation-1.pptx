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OOP: Books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Library Book Management Program</a:t>
            </a:r>
            <a:br/>
            <a:r>
              <a:t>Using Class, Objects, Data Members and Member Function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Create a class named books</a:t>
            </a:r>
            <a:br/>
            <a:r>
              <a:t>• Store book details using data members</a:t>
            </a:r>
            <a:br/>
            <a:r>
              <a:t>• Create an object b1</a:t>
            </a:r>
            <a:br/>
            <a:r>
              <a:t>• Assign values to the book</a:t>
            </a:r>
            <a:br/>
            <a:r>
              <a:t>• Display the details using a member function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Class: books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The class contains four public data members:</a:t>
            </a:r>
            <a:br/>
            <a:br/>
            <a:r>
              <a:t>• price — stores the book price</a:t>
            </a:r>
            <a:br/>
            <a:r>
              <a:t>• numberofpages — stores number of pages</a:t>
            </a:r>
            <a:br/>
            <a:r>
              <a:t>• authorname — stores author's name</a:t>
            </a:r>
            <a:br/>
            <a:r>
              <a:t>• titlename — stores book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librarybooks() displays all stored book information using cout.</a:t>
            </a:r>
            <a:br/>
            <a:br/>
            <a:r>
              <a:t>It prints:</a:t>
            </a:r>
            <a:br/>
            <a:r>
              <a:t>• Price</a:t>
            </a:r>
            <a:br/>
            <a:r>
              <a:t>• Number of Pages</a:t>
            </a:r>
            <a:br/>
            <a:r>
              <a:t>• Author Name</a:t>
            </a:r>
            <a:br/>
            <a:r>
              <a:t>• Title Name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Creation &amp;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books b1;</a:t>
            </a:r>
            <a:br/>
            <a:br/>
            <a:r>
              <a:t>b1 is an object of the books class.</a:t>
            </a:r>
            <a:br/>
            <a:br/>
            <a:r>
              <a:t>Values assigned:</a:t>
            </a:r>
            <a:br/>
            <a:r>
              <a:t>• Price = 500</a:t>
            </a:r>
            <a:br/>
            <a:r>
              <a:t>• Number of Pages = 420</a:t>
            </a:r>
            <a:br/>
            <a:r>
              <a:t>• Author = VSPaul</a:t>
            </a:r>
            <a:br/>
            <a:r>
              <a:t>• Title = Python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000">
                <a:latin typeface="Consolas"/>
              </a:defRPr>
            </a:pPr>
            <a:r>
              <a:t>#include&lt;iostream&gt;</a:t>
            </a:r>
            <a:br/>
            <a:r>
              <a:t>using namespace std;</a:t>
            </a:r>
            <a:br/>
            <a:br/>
            <a:r>
              <a:t>class books {</a:t>
            </a:r>
            <a:br/>
            <a:r>
              <a:t>public:</a:t>
            </a:r>
            <a:br/>
            <a:r>
              <a:t>   int price;</a:t>
            </a:r>
            <a:br/>
            <a:r>
              <a:t>   int numberofpages;</a:t>
            </a:r>
            <a:br/>
            <a:r>
              <a:t>   string authorname;</a:t>
            </a:r>
            <a:br/>
            <a:r>
              <a:t>   string titlename;</a:t>
            </a:r>
            <a:br/>
            <a:br/>
            <a:r>
              <a:t>   void librarybooks() {</a:t>
            </a:r>
            <a:br/>
            <a:r>
              <a:t>      cout &lt;&lt; "Price: " &lt;&lt; price &lt;&lt; endl;</a:t>
            </a:r>
            <a:br/>
            <a:r>
              <a:t>      cout &lt;&lt; "NumberOfPages: " &lt;&lt; numberofpages &lt;&lt; endl;</a:t>
            </a:r>
            <a:br/>
            <a:r>
              <a:t>      cout &lt;&lt; "AuthorName: " &lt;&lt; authorname &lt;&lt; endl;</a:t>
            </a:r>
            <a:br/>
            <a:r>
              <a:t>      cout &lt;&lt; "Titlename: " &lt;&lt; titlename &lt;&lt; endl;</a:t>
            </a:r>
            <a:br/>
            <a:r>
              <a:t>   }</a:t>
            </a:r>
            <a:br/>
            <a:r>
              <a:t>};</a:t>
            </a:r>
            <a:br/>
            <a:br/>
            <a:r>
              <a:t>int main() {</a:t>
            </a:r>
            <a:br/>
            <a:r>
              <a:t>   books b1;</a:t>
            </a:r>
            <a:br/>
            <a:r>
              <a:t>   b1.price = 500;</a:t>
            </a:r>
            <a:br/>
            <a:r>
              <a:t>   b1.numberofpages = 420;</a:t>
            </a:r>
            <a:br/>
            <a:r>
              <a:t>   b1.authorname = "VSPaul";</a:t>
            </a:r>
            <a:br/>
            <a:r>
              <a:t>   b1.titlename = "Python";</a:t>
            </a:r>
            <a:br/>
            <a:r>
              <a:t>   b1.librarybooks();</a:t>
            </a:r>
            <a:br/>
            <a:r>
              <a:t>   return 0;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Price: 500</a:t>
            </a:r>
            <a:br/>
            <a:r>
              <a:t>NumberOfPages: 420</a:t>
            </a:r>
            <a:br/>
            <a:r>
              <a:t>AuthorName: VSPaul</a:t>
            </a:r>
            <a:br/>
            <a:r>
              <a:t>Titlename: Python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program demonstrates basic Object-Oriented Programming in C++.</a:t>
            </a:r>
            <a:br/>
            <a:br/>
            <a:r>
              <a:t>Key concepts:</a:t>
            </a:r>
            <a:br/>
            <a:r>
              <a:t>• Class</a:t>
            </a:r>
            <a:br/>
            <a:r>
              <a:t>• Object</a:t>
            </a:r>
            <a:br/>
            <a:r>
              <a:t>• Data members</a:t>
            </a:r>
            <a:br/>
            <a:r>
              <a:t>• Member function</a:t>
            </a:r>
            <a:br/>
            <a:r>
              <a:t>• cout for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